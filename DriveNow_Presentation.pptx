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D4A017"/>
                </a:solidFill>
              </a:rPr>
              <a:t>EXAMEN PRATIQUE — DÉVELOPPEMENT WEB COLLABORATIF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73736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spc="600" kern="0" dirty="0">
                <a:solidFill>
                  <a:srgbClr val="F5F5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DRIVE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20040" y="27432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spc="600" kern="0" dirty="0">
                <a:solidFill>
                  <a:srgbClr val="C039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NOW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Groupe • Abdourahmane Ndiaye • Coumba Diop • Adama Ndiaye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spc="400" kern="0" dirty="0">
                <a:solidFill>
                  <a:srgbClr val="F5F5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SOMMAIRE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402336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39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25880" y="1627632"/>
            <a:ext cx="0" cy="457200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4630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0"/>
                </a:solidFill>
              </a:rPr>
              <a:t>Présentation du Projet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402336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688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39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325880" y="2633472"/>
            <a:ext cx="0" cy="457200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4688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0"/>
                </a:solidFill>
              </a:rPr>
              <a:t>Équipe &amp; Rôles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402336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7472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39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325880" y="3639312"/>
            <a:ext cx="0" cy="457200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34747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0"/>
                </a:solidFill>
              </a:rPr>
              <a:t>Fonctionnalités du Site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1463040"/>
            <a:ext cx="402336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4630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39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715000" y="1627632"/>
            <a:ext cx="0" cy="457200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4630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0"/>
                </a:solidFill>
              </a:rPr>
              <a:t>Organisation Git / GitHub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2468880"/>
            <a:ext cx="402336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4688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39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715000" y="2633472"/>
            <a:ext cx="0" cy="457200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24688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0"/>
                </a:solidFill>
              </a:rPr>
              <a:t>Workflow &amp; Commits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3474720"/>
            <a:ext cx="402336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47472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39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715000" y="3639312"/>
            <a:ext cx="0" cy="457200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34747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0"/>
                </a:solidFill>
              </a:rPr>
              <a:t>Bilan &amp; Objectifs Pédagogiques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200" kern="0" dirty="0">
                <a:solidFill>
                  <a:srgbClr val="F5F5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 — PRÉSENTATION DU PROJET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3566160"/>
          </a:xfrm>
          <a:prstGeom prst="rect">
            <a:avLst/>
          </a:prstGeom>
          <a:solidFill>
            <a:srgbClr val="1A1A1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OBJECTIF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</a:rPr>
              <a:t>Simuler un environnement professionnel de développement web collaboratif avec Git et GitHub dans le cadre d'un examen pratique.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743200" cy="3566160"/>
          </a:xfrm>
          <a:prstGeom prst="rect">
            <a:avLst/>
          </a:prstGeom>
          <a:solidFill>
            <a:srgbClr val="1A1A1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188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🛒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4612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CONCEPT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246888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</a:rPr>
              <a:t>DriveNow est un site web de vente de voitures de luxe avec une interface moderne, un catalogue interactif et un système de panier.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097280"/>
            <a:ext cx="2743200" cy="3566160"/>
          </a:xfrm>
          <a:prstGeom prst="rect">
            <a:avLst/>
          </a:prstGeom>
          <a:solidFill>
            <a:srgbClr val="1A1A1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188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💻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7220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TECHNOLOGIES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246888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</a:rPr>
              <a:t>HTML5 · CSS3 · JavaScript — architecture mono-page (SPA), design responsive, animations CSS, composants dynamiques.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200" kern="0" dirty="0">
                <a:solidFill>
                  <a:srgbClr val="F5F5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 — ÉQUIPE &amp; RÔLES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2743200" cy="37490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188720"/>
            <a:ext cx="731520" cy="7315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</a:rPr>
              <a:t>Abdourahmane Ndiaye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0392B"/>
                </a:solidFill>
              </a:rPr>
              <a:t>Chef de Projet / QA Tester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</a:rPr>
              <a:t>Coordination de l'équipe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</a:rPr>
              <a:t>Gestion des branches Git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</a:rPr>
              <a:t>Validation des Pull Requests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</a:rPr>
              <a:t>Tests &amp; vérification bugs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</a:rPr>
              <a:t>Finalisation du README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743200" cy="37490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051560"/>
            <a:ext cx="27432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188720"/>
            <a:ext cx="731520" cy="7315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</a:rPr>
              <a:t>Coumba Diop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423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4A017"/>
                </a:solidFill>
              </a:rPr>
              <a:t>Développeuse Back-End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83280" y="28346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</a:rPr>
              <a:t>Fonctionnalités dynamiques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</a:rPr>
              <a:t>Gestion des interactions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</a:rPr>
              <a:t>Logique JavaScript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</a:rPr>
              <a:t>Intégration fonctionnelle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1051560"/>
            <a:ext cx="2743200" cy="37490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051560"/>
            <a:ext cx="2743200" cy="73152"/>
          </a:xfrm>
          <a:prstGeom prst="rect">
            <a:avLst/>
          </a:prstGeom>
          <a:solidFill>
            <a:srgbClr val="4A9EDA"/>
          </a:solidFill>
          <a:ln w="12700">
            <a:solidFill>
              <a:srgbClr val="4A9E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1188720"/>
            <a:ext cx="731520" cy="731520"/>
          </a:xfrm>
          <a:prstGeom prst="ellipse">
            <a:avLst/>
          </a:prstGeom>
          <a:solidFill>
            <a:srgbClr val="4A9EDA"/>
          </a:solidFill>
          <a:ln w="12700">
            <a:solidFill>
              <a:srgbClr val="4A9E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6364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</a:rPr>
              <a:t>Adama Ndiaye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2423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9EDA"/>
                </a:solidFill>
              </a:rPr>
              <a:t>Développeuse Front-End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09360" y="28346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</a:rPr>
              <a:t>Interface utilisateur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</a:rPr>
              <a:t>Design responsive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</a:rPr>
              <a:t>Navigation HTML/CSS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</a:rPr>
              <a:t>Mise en page &amp; animations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200" kern="0" dirty="0">
                <a:solidFill>
                  <a:srgbClr val="F5F5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 — FONCTIONNALITÉS DU SITE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43200" cy="1645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🏎️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1161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CATALOGUE VOITURES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1848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AAAA"/>
                </a:solidFill>
              </a:rPr>
              <a:t>Grille responsive de véhicules avec images, specs, prix et badges.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1645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0" y="1161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PANIER INTERACTIF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61848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AAAA"/>
                </a:solidFill>
              </a:rPr>
              <a:t>Ajout/suppression dynamique d'articles, total recalculé en temps réel.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743200" cy="1645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📬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20840" y="1161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FORMULAIRE CONTACT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61848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AAAA"/>
                </a:solidFill>
              </a:rPr>
              <a:t>Formulaire complet avec validation et message de confirmation.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743200" cy="1645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17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🌙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3035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DESIGN DARK LUXE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49300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AAAA"/>
                </a:solidFill>
              </a:rPr>
              <a:t>Palette noir/rouge/or, typo Bebas Neue, animations CSS fluides.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2926080"/>
            <a:ext cx="2743200" cy="1645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3017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40480" y="3035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RESPONSIVE DESIGN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349300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AAAA"/>
                </a:solidFill>
              </a:rPr>
              <a:t>Adapté mobile, tablette et desktop avec media queries CSS.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743200" cy="1645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017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20840" y="3035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ANIMATIONS UI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349300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AAAA"/>
                </a:solidFill>
              </a:rPr>
              <a:t>Effets fadeUp, pulse, hover et slideDown pour une UX premium.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200" kern="0" dirty="0">
                <a:solidFill>
                  <a:srgbClr val="F5F5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 — ORGANISATION GIT / GITHUB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</a:rPr>
              <a:t>DÉPÔT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github.com/rakhou157/DriveNow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</a:rPr>
              <a:t>BRANCHES UTILISÉES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542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45536"/>
            <a:ext cx="164592" cy="164592"/>
          </a:xfrm>
          <a:prstGeom prst="ellipse">
            <a:avLst/>
          </a:prstGeom>
          <a:solidFill>
            <a:srgbClr val="4A9EDA"/>
          </a:solidFill>
          <a:ln w="12700">
            <a:solidFill>
              <a:srgbClr val="4A9E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feature/page-accueil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164592" cy="164592"/>
          </a:xfrm>
          <a:prstGeom prst="ellipse">
            <a:avLst/>
          </a:prstGeom>
          <a:solidFill>
            <a:srgbClr val="4A9EDA"/>
          </a:solidFill>
          <a:ln w="12700">
            <a:solidFill>
              <a:srgbClr val="4A9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6758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de contact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79392"/>
            <a:ext cx="164592" cy="164592"/>
          </a:xfrm>
          <a:prstGeom prst="ellipse">
            <a:avLst/>
          </a:prstGeom>
          <a:solidFill>
            <a:srgbClr val="4A9EDA"/>
          </a:solidFill>
          <a:ln w="12700">
            <a:solidFill>
              <a:srgbClr val="4A9E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2428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feature/page-vente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</a:rPr>
              <a:t>COMMANDES UTILISÉES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463040"/>
            <a:ext cx="3840480" cy="251460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53619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011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&lt;branche&gt;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4871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296265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"message"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43814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&lt;branche&gt;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0A0A0A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4A017"/>
                </a:solidFill>
              </a:rPr>
              <a:t>WORKFLOW : Branches dédiées  →  Pull Requests  →  Validation Chef de Projet  →  Fusion vers main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200" kern="0" dirty="0">
                <a:solidFill>
                  <a:srgbClr val="F5F5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 — WORKFLOW &amp; COMMITS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</a:rPr>
              <a:t>WORKFLOW DE L'ÉQUIPE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517904"/>
            <a:ext cx="35661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51790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</a:rPr>
              <a:t>Travail individuel sur branches dédiées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" y="1892808"/>
            <a:ext cx="0" cy="420624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65760" y="2313432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13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2322576"/>
            <a:ext cx="35661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3225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</a:rPr>
              <a:t>Création de Pull Requests (PR)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" y="2697480"/>
            <a:ext cx="0" cy="420624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65760" y="3118104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18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3127248"/>
            <a:ext cx="35661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1272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</a:rPr>
              <a:t>Revue &amp; validation par le Chef de Projet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" y="3502152"/>
            <a:ext cx="0" cy="420624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65760" y="3922776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68680" y="3931920"/>
            <a:ext cx="35661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9319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</a:rPr>
              <a:t>Fusion vers la branche main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</a:rPr>
              <a:t>CONVENTION DE COMMITS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463040"/>
            <a:ext cx="384048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48132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06440" y="148132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ajout interface utilisateur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2057400"/>
            <a:ext cx="384048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07568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06440" y="207568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intégration backend JS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2651760"/>
            <a:ext cx="384048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67004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06440" y="267004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correction responsive mobile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3246120"/>
            <a:ext cx="384048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26440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D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06440" y="326440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 fonctionnalités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46320" y="3840480"/>
            <a:ext cx="384048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85876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06440" y="385876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mise à jour README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200" kern="0" dirty="0">
                <a:solidFill>
                  <a:srgbClr val="F5F5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 — BILAN &amp; OBJECTIFS PÉDAGOGIQUES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743200" cy="37490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7432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C039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MAÎTRISE GIT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AAAAAA"/>
                </a:solidFill>
              </a:rPr>
              <a:t>Utilisation de branches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AAAAAA"/>
                </a:solidFill>
              </a:rPr>
              <a:t>Commits conventionnels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AAAAAA"/>
                </a:solidFill>
              </a:rPr>
              <a:t>Pull Requests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AAAAAA"/>
                </a:solidFill>
              </a:rPr>
              <a:t>Résolution de conflits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AAAAAA"/>
                </a:solidFill>
              </a:rPr>
              <a:t>GitHub avancé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743200" cy="37490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05840"/>
            <a:ext cx="27432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COLLABORATION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AAAAAA"/>
                </a:solidFill>
              </a:rPr>
              <a:t>Répartition des rôles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AAAAAA"/>
                </a:solidFill>
              </a:rPr>
              <a:t>Travail en autonomie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AAAAAA"/>
                </a:solidFill>
              </a:rPr>
              <a:t>Revue de code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AAAAAA"/>
                </a:solidFill>
              </a:rPr>
              <a:t>Communication d'équipe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AAAAAA"/>
                </a:solidFill>
              </a:rPr>
              <a:t>Respect des délais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37490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005840"/>
            <a:ext cx="2743200" cy="64008"/>
          </a:xfrm>
          <a:prstGeom prst="rect">
            <a:avLst/>
          </a:prstGeom>
          <a:solidFill>
            <a:srgbClr val="4A9EDA"/>
          </a:solidFill>
          <a:ln w="12700">
            <a:solidFill>
              <a:srgbClr val="4A9E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4A9ED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LIVRABLES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169164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AAAAAA"/>
                </a:solidFill>
              </a:rPr>
              <a:t>Dépôt GitHub complet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AAAAAA"/>
                </a:solidFill>
              </a:rPr>
              <a:t>Historique des commits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AAAAAA"/>
                </a:solidFill>
              </a:rPr>
              <a:t>Pull Requests validées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AAAAAA"/>
                </a:solidFill>
              </a:rPr>
              <a:t>Documentation README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AAAAAA"/>
                </a:solidFill>
              </a:rPr>
              <a:t>Projet fonctionnel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C0392B">
              <a:alpha val="10000"/>
            </a:srgbClr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spc="600" kern="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5F5F0"/>
                </a:solidFill>
              </a:rPr>
              <a:t>Ce projet nous a permis de reproduire les conditions réelles d'une équipe technique en entreprise.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AAAAAA"/>
                </a:solidFill>
              </a:rPr>
              <a:t>Développement de compétences en collaboration et autonomie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AAAAAA"/>
                </a:solidFill>
              </a:rPr>
              <a:t>Maîtrise des outils modernes de développement (Git, GitHub)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AAAAAA"/>
                </a:solidFill>
              </a:rPr>
              <a:t>Conception d'une interface web professionnelle et responsive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AAAAAA"/>
                </a:solidFill>
              </a:rPr>
              <a:t>Gestion de projet avec répartition claire des responsabilités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5F5F0"/>
                </a:solidFill>
              </a:rPr>
              <a:t>DRIVENOW  ·  Projet Collaboratif  ·  Abdourahmane Ndiaye  ·  Coumba Diop  ·  Adama Ndiaye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DriveNow — Projet Collaboratif</dc:title>
  <dc:subject>PptxGenJS Presentation</dc:subject>
  <dc:creator>PptxGenJS</dc:creator>
  <cp:lastModifiedBy>PptxGenJS</cp:lastModifiedBy>
  <cp:revision>1</cp:revision>
  <dcterms:created xsi:type="dcterms:W3CDTF">2026-04-29T10:45:52Z</dcterms:created>
  <dcterms:modified xsi:type="dcterms:W3CDTF">2026-04-29T10:45:52Z</dcterms:modified>
</cp:coreProperties>
</file>